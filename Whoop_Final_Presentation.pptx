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1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21295C"/>
                </a:solidFill>
                <a:latin typeface="Arial"/>
              </a:rPr>
              <a:t>Test RMSE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AR(7) lags only</c:v>
                </c:pt>
                <c:pt idx="2">
                  <c:v>KNN (k=3)</c:v>
                </c:pt>
                <c:pt idx="3">
                  <c:v>Ridge AR + exog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24.46</c:v>
                </c:pt>
                <c:pt idx="1">
                  <c:v>25.01</c:v>
                </c:pt>
                <c:pt idx="2">
                  <c:v>23.39</c:v>
                </c:pt>
                <c:pt idx="3">
                  <c:v>20.05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13-7B49-B0CD-931DFEE7C6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87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Tomorrow's Recovery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personal-data machine learning project on 8 months of WHOOP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3657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Data Bootcamp · Spring 2026 · Final Project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predict tomorrow's WHOOP Recovery score from today's data?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interesting: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Recovery is the daily score I actually look at to decide how to train.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I have 8 months of dense, multi-channel daily data on myself.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Strong day-to-day variation suggests both autoregressive and lifestyle drivers.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angles, all from the bootcamp toolkit: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Regression, predict next-day Recovery (autoregression + exogenous).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Classification, predict tomorrow's Recovery zone (Red / Yellow / Green).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Clustering, identify Good Day vs Bad Day profiles unsupervised.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5603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3756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33756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258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12648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1188720"/>
            <a:ext cx="25603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1540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1,050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91540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CSV exports joined on cycle date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physiological_cycles.csv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Recovery%, HRV, RHR, skin temp, SpO₂, Day Strain, sleep stage minutes, sleep need &amp; debt.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workouts.csv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per-workout duration, activity name, strain, HR zones (walking dominates, then running, lifting).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sleeps.csv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sleep onset &amp; wake times, sleep architecture, naps.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journal_entries.csv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yes/no lifestyle answers: caffeine, alcohol, late food, magnesium, protein, dimmed lights, screens in bed, AM sunlight.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Univariate distributions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eda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77724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histograms tell us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412480" y="169164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Recovery,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near-symmetric around 53; the full 0-100 range is used.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HRV,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around 90 ms.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RHR,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tight; mean ≈ 55 bpm (athletic range).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Strain,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right-skewed; lots of low-strain walking days punctuated by heavier sessions.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Perf,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 toward 70-95% (the WHOOP target is met often).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min,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around 6.5-8 hr with a thin tail of short nights.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Day-of-week patterns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eda_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rhythm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869680" y="1691640"/>
            <a:ext cx="3108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medians sit a little higher than mid-week, consistent with lighter Monday-Wednesday training and better weekend sleep.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and Saturday are the highest-strain days on average, gym days and long weekend walks.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weekend flag and day-of-week feature in the model.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Workout &amp; lifestyle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mix</a:t>
            </a:r>
            <a:endParaRPr lang="en-US" sz="1400" dirty="0"/>
          </a:p>
        </p:txBody>
      </p:sp>
      <p:pic>
        <p:nvPicPr>
          <p:cNvPr id="4" name="Image 0" descr="/sessions/serene-nice-thompson/mnt/Data Bootcamp/Whoop Final/figures/eda_worko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4864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habit prevalence</a:t>
            </a:r>
            <a:endParaRPr lang="en-US" sz="1400" dirty="0"/>
          </a:p>
        </p:txBody>
      </p:sp>
      <p:pic>
        <p:nvPicPr>
          <p:cNvPr id="6" name="Image 1" descr="/sessions/serene-nice-thompson/mnt/Data Bootcamp/Whoop Final/figures/eda_journal_hab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486400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46634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dominates the workouts (~60%); running and weightlifting are next. Among lifestyle questions, caffeine is essentially daily and late-night eating is common, while alcohol is rare. Only the consistently-asked questions (caffeine, alcohol, late food, tracked calories) have enough samples for reliable modelling.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Train / Test Split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eda_train_test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749808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split, why this way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0" y="1691640"/>
            <a:ext cx="3566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earliest days → train.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most recent days → test.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train_test_split(shuffle=False).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shuffle?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make adjacent days near-duplicates. A random split would mix them across train/test.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only touches training data    ·    KNN tuned by TimeSeriesSplit CV    ·    Test set held out until the final pass    ·    Final model refit on full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180 days  (2025-09-19 → 2026-03-25)         Test: 46 days  (2026-03-26 → 2026-05-11)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What the daily metrics look like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eda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9494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680960" y="169164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oscillates day-to-day, but no clean long-term trend.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moves on slower (multi-day) cycles, illness, travel, hard training blocks.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is sparser; many low-intensity 'walking' days punctuated by harder sessions.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sits ~53% on average, close to WHOOP's mid-Yellow zone.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What correlates with Recovery?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eda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9494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heatmap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680960" y="169164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is the strongest positive correlate of same-day Recovery (r = 0.78).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RHR is the strongest negative correlate (r = -0.77).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stages (deep, REM) carry signal but are collinear with total sleep.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≠ Recovery on the same day, the effect is delayed, so we use lag features.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Autoregressive structure: ACF &amp; PACF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eda_acf_p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498080" cy="3108960"/>
          </a:xfrm>
          <a:prstGeom prst="rect">
            <a:avLst/>
          </a:prstGeom>
        </p:spPr>
      </p:pic>
      <p:pic>
        <p:nvPicPr>
          <p:cNvPr id="4" name="Image 1" descr="/sessions/serene-nice-thompson/mnt/Data Bootcamp/Whoop Final/figures/eda_lag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34840"/>
            <a:ext cx="7498080" cy="1828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diagnostics tell us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8229600" y="1691640"/>
            <a:ext cx="3566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0.05, Recovery is stationary, so a plain AR(p) is appropriate (no differencing).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PACF: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spikes at lag 1 (r ≈ 0.15) and lag 5; most other lags sit inside the band. Day-to-day persistence is modest.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picks p* = 7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alone barely beats the mean baseline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(RMSE 25.0 vs 24.5). Recovery is more mean-reverting than persistent.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AR(7), classical statsmodels fit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· AIC over p ∈ {1, …, 7}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3474720" cy="204825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1711.22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1702.42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1695.75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1685.72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1669.85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1663.37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1656.89  ←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605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· Coefficients &amp; p-values (AR(7), statsmodels)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508760"/>
          <a:ext cx="4114800" cy="204825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 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6052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 &lt; 0.05    ** p &lt; 0.01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503920" y="1097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AR(7) fit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03920" y="16002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keeps falling as p grows up to 7. The drops are real but small after p=5.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lags are significant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L1 (p=0.047) and L5 (p=0.003).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≈ 0.15 is small, yesterday's Recovery shifts tomorrow's by only ~15% of its own deviation.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≈ 0.22 is intriguing, a faint weekly echo (5 days), likely a workout-cycle artifact.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5303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finds genuine but weak autoregressive structure, only 2 of 7 lags are significant and the L1 coefficient is just 0.15. That's why pure AR can't beat the baseline; the predictive juice has to come from elsewhere.</a:t>
            </a:r>
            <a:endParaRPr lang="en-US" sz="1200" dirty="0"/>
          </a:p>
        </p:txBody>
      </p:sp>
      <p:sp>
        <p:nvSpPr>
          <p:cNvPr id="4" name="Text 8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LinearRegression on the same lag features returns identical L1, L7 coefficients (0.148, 0.045), confirming the statsmodels AR and sklearn lag-feature regression are the same model.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AR(7), residual diagnostics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model_ar_resid_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77724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 AR(7) absorb the autocorrelation?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12480" y="169164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time-series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on zero with no obvious trend or volatility clusters.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ACF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inside the 95% band at every positive lag → residuals look like white noise.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AR(7) captured the linear autocorrelation that exists in the data. The remaining error isn't autoregressive structure we're missing, it's signal from outside the lag history.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5074920"/>
            <a:ext cx="11247120" cy="1143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516636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step: bring in the exogenous regressors (HRV, RHR, sleep, training load, lifestyle) and let Ridge regression handle the multicollinearity.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&amp; 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429000" cy="2331720"/>
          </a:xfrm>
          <a:prstGeom prst="rect">
            <a:avLst/>
          </a:prstGeom>
          <a:solidFill>
            <a:srgbClr val="CADC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91440" cy="2331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DummyRegressor (mean)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floor.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188720"/>
            <a:ext cx="3429000" cy="2331720"/>
          </a:xfrm>
          <a:prstGeom prst="rect">
            <a:avLst/>
          </a:prstGeom>
          <a:solidFill>
            <a:srgbClr val="CADC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60520" y="1188720"/>
            <a:ext cx="91440" cy="2331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325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AR(7) lags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89120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on recovery_lag{1..7}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autoregression in sklearn, matches statsmodels.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188720"/>
            <a:ext cx="3429000" cy="2331720"/>
          </a:xfrm>
          <a:prstGeom prst="rect">
            <a:avLst/>
          </a:prstGeom>
          <a:solidFill>
            <a:srgbClr val="CADC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0" y="1188720"/>
            <a:ext cx="91440" cy="2331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01000" y="1325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 + exogenous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01000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regression, full feature 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HRV, RHR, sleep, strain, journal, day-of-week, rolling 7-day workouts.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429000" cy="2331720"/>
          </a:xfrm>
          <a:prstGeom prst="rect">
            <a:avLst/>
          </a:prstGeom>
          <a:solidFill>
            <a:srgbClr val="CADC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91440" cy="2331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KNeighborsRegressor (K tuned via TimeSeriesSplit CV)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comparison.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3657600"/>
            <a:ext cx="3429000" cy="2331720"/>
          </a:xfrm>
          <a:prstGeom prst="rect">
            <a:avLst/>
          </a:prstGeom>
          <a:solidFill>
            <a:srgbClr val="CADC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60520" y="3657600"/>
            <a:ext cx="91440" cy="2331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0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389120" y="4343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on Red/Yellow/Green zone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50292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features, classification framing.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3657600"/>
            <a:ext cx="3429000" cy="2331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01000" y="3794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Plus, KMeans clustering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00100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pass on physiology only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0100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chosen by silhouette + elbow; labels mapped Good / Average / Bad day by cluster-mean Recovery.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Regression scoreboard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67665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749808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result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98080" y="169164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autoregression isn't enough.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has weak day-to-day persistence on this dataset, yesterday's score alone barely beats the mean.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physiology + lifestyle wins.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AR + exogenous: RMSE 20.05, MAE 15.0, R^2 = 0.33 on 46 held-out days.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sits in between, useful sanity check that the structure is mostly linear.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 AR + exog: predicted vs actual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model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77724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Interpreting the fit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12480" y="169164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track the y = x line in the middle band but compress on the extremes (the model rarely predicts &lt;20 or &gt;85). Classic Ridge shrinkage.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Gaussian, centered on zero, no obvious skew. MAE ≈ 15 percentage points.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5074920"/>
            <a:ext cx="365760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394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20.05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4297680" y="5074920"/>
            <a:ext cx="36576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0" y="5394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15.03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8138160" y="5074920"/>
            <a:ext cx="36576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3816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R^2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38160" y="5394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0.33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 AR + exog: what features matter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mode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73152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coefficients say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55280" y="1737360"/>
            <a:ext cx="3840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include </a:t>
            </a: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HR, energy burned (calories), and workout strain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proxies for today's physical load.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performance (today and yesterday)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strongest sleep signal.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minutes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weight even after Ridge shrinkage, despite collinearity with total sleep.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yes/no features sit far below the physiology features, they capture marginal lifestyle effects but don't dominate.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Walk-forward forecast and next-day prediction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walk_forward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758952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Walk-forward (retrain every test day)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16916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46 test days we retrain Ridge AR + exog on every preceding day, then forecast that single day.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19.26    MAE 14.70    R^2 0.38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the static one-shot fit (RMSE 20.05, R^2 0.33) because recent days carry information.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5212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next-day prediction (2026-05-13, unseen)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features built from the latest cycle in the dataset (2026-05-12). Output: a single Recovery forecast for the day after, produced by the final model.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5212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9692640" y="5212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 zone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Classification: Recovery zone (Red / Yellow / Green)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mode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4864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report (test set)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48640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217920" y="41148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test accuracy vs. 41% baseline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(always-Yellow). Errors are mostly off-by-one (Yellow predicted for Green/Red) rather than opposite-corner mistakes, the model captures the gradient between zones.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Clustering: Good Day vs. Bad Day</a:t>
            </a:r>
            <a:endParaRPr lang="en-US" sz="3000" dirty="0"/>
          </a:p>
        </p:txBody>
      </p:sp>
      <p:pic>
        <p:nvPicPr>
          <p:cNvPr id="3" name="Image 0" descr="/sessions/serene-nice-thompson/mnt/Data Bootcamp/Whoop Final/figures/cluste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69494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1188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KMeans with K=3 recovers WHOOP's color zones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89520" y="18745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Day: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HRV, low RHR, longer sleep, moderate strain.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middling on every metric.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Day: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HRV, elevated RHR, short or fragmented sleep.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58952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 (journal pivot):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0" y="48463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Bad-day cluster skews toward alcohol and late food.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Good-day cluster skews toward AM sunlight and tracked calories.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Onat Safak  ·  NYU Data Bootcamp Sp26  ·  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2004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AR + exogenous wins the regression task: RMSE 20.05, R^2 0.33 on the static split.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forecast (retrain each day) improves to RMSE 19.26, R^2 0.38.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next-day prediction for 2026-05-13: 58.4% Recovery (Yellow zone).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Recovery zones: 54% vs 41% baseline accuracy.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cleanly recovers a Good / Average / Bad day partition that lines up with behavioral patterns.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diagnostics (ADF, ACF, PACF, residual ACF) show the data is stationary and AR(p) captures everything it can.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21488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data, another 6 months would let lag features carry more weight and enable proper time-series CV.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sktime / SARIMA for an explicit weekly seasonality term, PACF showed a lag-5 echo worth exploring.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gradient boosting as a non-linear benchmark.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training regimes as hidden states via an HMM (course bonus material).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20  ·  Onat Safak  ·  NYU Data Bootcamp Sp26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2164</Words>
  <Application>Microsoft Macintosh PowerPoint</Application>
  <PresentationFormat>Widescreen</PresentationFormat>
  <Paragraphs>284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Tomorrow's Recovery, A WHOOP Personal-Data Project</dc:title>
  <dc:subject>PptxGenJS Presentation</dc:subject>
  <dc:creator>Onat Safak</dc:creator>
  <cp:lastModifiedBy>Onat Safak</cp:lastModifiedBy>
  <cp:revision>2</cp:revision>
  <dcterms:created xsi:type="dcterms:W3CDTF">2026-05-14T01:40:40Z</dcterms:created>
  <dcterms:modified xsi:type="dcterms:W3CDTF">2026-05-14T02:18:59Z</dcterms:modified>
</cp:coreProperties>
</file>